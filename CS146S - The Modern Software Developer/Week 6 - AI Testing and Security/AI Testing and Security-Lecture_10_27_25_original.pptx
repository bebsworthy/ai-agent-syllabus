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d55cef2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d55cef2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14b10c0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14b10c0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Cover code + runtime + dependencies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0ea7d6c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0ea7d6c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examples of SAST tools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Bandit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Semgrep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Eslint + extensions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0ea7d6c4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0ea7d6c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Give examples of DAST tools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0ea7d6c4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0ea7d6c4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14b10c08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814b10c0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03d8af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f03d8a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14b10c08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14b10c0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14b10c08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14b10c08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50">
                <a:solidFill>
                  <a:srgbClr val="595959"/>
                </a:solidFill>
              </a:rPr>
              <a:t>Extracting system prompts from ai agents (AMP code in this case)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14b10c08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14b10c08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14b10c08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14b10c08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50">
                <a:solidFill>
                  <a:srgbClr val="595959"/>
                </a:solidFill>
              </a:rPr>
              <a:t>https://embracethered.com/blog/posts/2025/amp-agents-that-modify-system-configuration-and-escape/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14b10c08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14b10c08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14b10c08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14b10c08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14b10c08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14b10c08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14b10c0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14b10c0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14b10c08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14b10c08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7f1dcf06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7f1dcf06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f03d8afb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f03d8afb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emgrep.dev/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Guest Lecture - 10/31/25</a:t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3131325" y="3917875"/>
            <a:ext cx="32082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CEO of </a:t>
            </a: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Semgrep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Isaac Evans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3675" y="1330000"/>
            <a:ext cx="2483500" cy="24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0" y="17104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Testing and Security</a:t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Software errors can dash user trust in a product/company and incur huge financial costs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an LLM is writing most of your code, you need extensive guardrails to prevent those errors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5" name="Google Shape;85;p16" title="Screenshot 2025-09-17 at 8.48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750" y="2747712"/>
            <a:ext cx="5182259" cy="706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copilot_compromis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981" y="3328313"/>
            <a:ext cx="4652293" cy="131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threat landscape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SQL injections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Broken authentication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Insecure direct object 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misconfigurations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Sensitive data exposure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Vulnerability detection techniques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SAST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lang="en"/>
              <a:t>tatic </a:t>
            </a:r>
            <a:r>
              <a:rPr b="1" lang="en"/>
              <a:t>A</a:t>
            </a:r>
            <a:r>
              <a:rPr lang="en"/>
              <a:t>pplication </a:t>
            </a:r>
            <a:r>
              <a:rPr b="1" lang="en"/>
              <a:t>S</a:t>
            </a:r>
            <a:r>
              <a:rPr lang="en"/>
              <a:t>ecurity </a:t>
            </a:r>
            <a:r>
              <a:rPr b="1" lang="en"/>
              <a:t>T</a:t>
            </a:r>
            <a:r>
              <a:rPr lang="en"/>
              <a:t>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White box testing technique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Analyzes binaries and source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Happens early in software development life cycle when much cheaper to identify and correct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vulnerabilities like SQL injections, command injections, 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Codebase scan with pattern matching</a:t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DAST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</a:t>
            </a:r>
            <a:r>
              <a:rPr lang="en"/>
              <a:t>ynamic</a:t>
            </a:r>
            <a:r>
              <a:rPr lang="en"/>
              <a:t> </a:t>
            </a:r>
            <a:r>
              <a:rPr b="1" lang="en"/>
              <a:t>A</a:t>
            </a:r>
            <a:r>
              <a:rPr lang="en"/>
              <a:t>pplication </a:t>
            </a:r>
            <a:r>
              <a:rPr b="1" lang="en"/>
              <a:t>S</a:t>
            </a:r>
            <a:r>
              <a:rPr lang="en"/>
              <a:t>ecurity </a:t>
            </a:r>
            <a:r>
              <a:rPr b="1" lang="en"/>
              <a:t>T</a:t>
            </a:r>
            <a:r>
              <a:rPr lang="en"/>
              <a:t>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Black box testing technique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Mimic actions of real-world hackers to uncover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happen throughout SDLC and offers fewer false positives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vulnerabilities like SQL injections, broken authentication, cross-site scripting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Input fuzzing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Manipulating session tokens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Configuration/header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Brute force rate-limit tests</a:t>
            </a:r>
            <a:endParaRPr/>
          </a:p>
        </p:txBody>
      </p:sp>
      <p:sp>
        <p:nvSpPr>
          <p:cNvPr id="117" name="Google Shape;117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</a:t>
            </a:r>
            <a:r>
              <a:rPr lang="en"/>
              <a:t>oftware </a:t>
            </a:r>
            <a:r>
              <a:rPr b="1" lang="en"/>
              <a:t>C</a:t>
            </a:r>
            <a:r>
              <a:rPr lang="en"/>
              <a:t>omposition </a:t>
            </a:r>
            <a:r>
              <a:rPr b="1" lang="en"/>
              <a:t>A</a:t>
            </a:r>
            <a:r>
              <a:rPr lang="en"/>
              <a:t>nalysis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Deep analysis of OSS packages used by application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analysis of package managers, infrastructure-as-code, pull images to find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Techniques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Analyze package metadata for dependencies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Transitive dependency resolution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Match against DB of vulnerabilities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Binary/artifact scanning</a:t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Bad: new AI agent attack vectors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Good: new techniques for improving SAST/DAST/SCA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AI agent attack vectors</a:t>
            </a:r>
            <a:endParaRPr/>
          </a:p>
        </p:txBody>
      </p:sp>
      <p:sp>
        <p:nvSpPr>
          <p:cNvPr id="141" name="Google Shape;141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injection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Hidden or misleading instructions to gen AI system to make it deviate from intended behavior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52" name="Google Shape;152;p24" title="prompt_inj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2902" y="1361400"/>
            <a:ext cx="6011375" cy="18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9" name="Google Shape;159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0" name="Google Shape;16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113" y="236250"/>
            <a:ext cx="7283620" cy="4178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AI agent attack vectors</a:t>
            </a:r>
            <a:endParaRPr/>
          </a:p>
        </p:txBody>
      </p:sp>
      <p:sp>
        <p:nvSpPr>
          <p:cNvPr id="166" name="Google Shape;166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misuse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 through deceptive prompts to abuse its integrated tools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6" name="Google Shape;176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763" y="201325"/>
            <a:ext cx="7640366" cy="417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500"/>
              <a:t>New AI agent attack vectors</a:t>
            </a:r>
            <a:endParaRPr sz="2500"/>
          </a:p>
        </p:txBody>
      </p:sp>
      <p:sp>
        <p:nvSpPr>
          <p:cNvPr id="183" name="Google Shape;183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attacks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agent’s ability to execute code to gain unauthorized access to execution environment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3" name="Google Shape;193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94" name="Google Shape;19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625" y="355075"/>
            <a:ext cx="7737083" cy="4178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500"/>
              <a:t>New AI agent attack vectors</a:t>
            </a:r>
            <a:endParaRPr sz="2500"/>
          </a:p>
        </p:txBody>
      </p:sp>
      <p:sp>
        <p:nvSpPr>
          <p:cNvPr id="200" name="Google Shape;200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3" name="Google Shape;20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injection</a:t>
            </a:r>
            <a:endParaRPr/>
          </a:p>
          <a:p>
            <a:pPr indent="-3175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Hidden or misleading instructions to gen AI system to make it deviate from intended behavior</a:t>
            </a:r>
            <a:endParaRPr sz="14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misuse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 through deceptive prompts to abuse its integrated tools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Intent breaking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Manipulate agent’s plan to redirect actions away from original intent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Identity spoofing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compromised authentication to pose as legitimate agents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attacks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Exploit agent’s ability to execute code to gain unauthorized access to execution environment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209" name="Google Shape;209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“Shift left” security is more accessible than ever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can be introduced in a workflow to spot issues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Automated penetration testing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LLMs are used for security and testing</a:t>
            </a:r>
            <a:endParaRPr/>
          </a:p>
        </p:txBody>
      </p:sp>
      <p:sp>
        <p:nvSpPr>
          <p:cNvPr id="218" name="Google Shape;218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21" name="Google Shape;22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27" name="Google Shape;227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AI SAST, false positive rates are incredibly high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Claude Code/Codex can be 50-100% depending on the vulnerability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Compare to 50+% for traditional SAST techniques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Existing benchmarks are often unrealistic so hard to evaluate LLM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Nondeterministic analysis	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Run the same prompt multiple times and get different results → how do you know you’re catching all vulnerabilities?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Context rot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all context is created equally</a:t>
            </a:r>
            <a:endParaRPr/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Compaction</a:t>
            </a:r>
            <a:endParaRPr/>
          </a:p>
          <a:p>
            <a:pPr indent="-3175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Summarize so that things fit into context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Questions</a:t>
            </a:r>
            <a:endParaRPr/>
          </a:p>
        </p:txBody>
      </p:sp>
      <p:sp>
        <p:nvSpPr>
          <p:cNvPr id="236" name="Google Shape;236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8" name="Google Shape;238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How to reduce false positives and hallucinations in vulnerability detection?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highlight>
                  <a:srgbClr val="FFFFFF"/>
                </a:highlight>
              </a:rPr>
              <a:t>How do we verify that LLM-generated patches are secure and don’t introduce regressions?</a:t>
            </a:r>
            <a:endParaRPr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LLMs explain </a:t>
            </a:r>
            <a:r>
              <a:rPr i="1" lang="en"/>
              <a:t>why</a:t>
            </a:r>
            <a:r>
              <a:rPr lang="en"/>
              <a:t> they flag a vulnerability or propose a fix?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right benchmarks for measuring LLMs’ AppSec performance?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should LLMs be embedded in CI/CD without overwhelming teams with noise?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accountable if an AI-generated patch introduces a vulnerability?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