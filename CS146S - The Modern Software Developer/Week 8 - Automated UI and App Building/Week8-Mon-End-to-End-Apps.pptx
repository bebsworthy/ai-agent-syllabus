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st.github.com/curran/753aa62fd99b7df8f858743d605f1d02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2186a39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2186a39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I’m a software development purist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2186a39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22186a39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Salesforce in 1999 often considered first SaaS platform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1d1a4b6d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1d1a4b6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LAMP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Linux (OS), Apache (Web Server), MySQL (Database), PHP (Backend)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Classic open-source web stack for dynamic websites and traditional web apps.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MERN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MongoDB, Express.js, React.js, Node.js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Full JavaScript stack for building modern, interactive single-page web apps (SPAs).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MEVN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MongoDB, Express.js, Vue.js, Node.js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JavaScript-based stack using Vue instead of React — lightweight, flexible, and easy to learn.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Serverless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Frontend (React/Vue/Svelte), Backend (AWS Lambda, Google Cloud Functions), Database (DynamoDB, Firebase)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Cloud-native stack — runs backend logic on-demand without managing servers; ideal for scalable, event-driven apps.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MERN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7c2cc178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7c2cc178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JAM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Components: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JavaScript</a:t>
            </a:r>
            <a:r>
              <a:rPr lang="en">
                <a:solidFill>
                  <a:schemeClr val="dk1"/>
                </a:solidFill>
              </a:rPr>
              <a:t> – for dynamic functionalities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APIs</a:t>
            </a:r>
            <a:r>
              <a:rPr lang="en">
                <a:solidFill>
                  <a:schemeClr val="dk1"/>
                </a:solidFill>
              </a:rPr>
              <a:t> – to connect backend services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Markup</a:t>
            </a:r>
            <a:r>
              <a:rPr lang="en">
                <a:solidFill>
                  <a:schemeClr val="dk1"/>
                </a:solidFill>
              </a:rPr>
              <a:t> – prebuilt static HTML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Usage: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Used for static sites and modern web apps. Common tools include Gatsby, Next.js, or Nuxt.js with headless CMSs like Contentful or Sanity.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2186a39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22186a39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Stack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7c2cc17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7c2cc17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d1a4b6d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d1a4b6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7c2cc1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7c2cc1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Bolt example with FE/BE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Make salsa partner finder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Additional changes after initial generation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Update color palette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Iconography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Typography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—-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This looks good. I want to update the color pallette to follow the following colors: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#EF8354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#660000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#EFCA08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7c2cc178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7c2cc178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Webcontainer running arbitrary generated code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439ee0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439ee0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Explicitly requests only established, well-known technologies/frameworks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https://gist.github.com/curran/753aa62fd99b7df8f858743d605f1d02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https://app.prompthub.us/prompthub/bolt-agent-system-prompt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boltartifact/Boltaction to designate things that should happen (file creation, file running, etc) in the webcontainer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22186a39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22186a39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superblocks.com/blog/lovable-vulnerabilitie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144504" y="21247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Automated UI and App Building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223354" y="17041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4100"/>
              <a:t>This is </a:t>
            </a:r>
            <a:r>
              <a:rPr b="1" lang="en" sz="4100"/>
              <a:t>not</a:t>
            </a:r>
            <a:r>
              <a:rPr lang="en" sz="4100"/>
              <a:t> the “vibe coding” class</a:t>
            </a:r>
            <a:endParaRPr sz="4100"/>
          </a:p>
        </p:txBody>
      </p:sp>
      <p:sp>
        <p:nvSpPr>
          <p:cNvPr id="72" name="Google Shape;72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1331875" y="1730427"/>
            <a:ext cx="62649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4100"/>
              <a:t>…except today</a:t>
            </a:r>
            <a:endParaRPr sz="4100"/>
          </a:p>
        </p:txBody>
      </p:sp>
      <p:sp>
        <p:nvSpPr>
          <p:cNvPr id="80" name="Google Shape;80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</a:t>
            </a:r>
            <a:r>
              <a:rPr lang="en"/>
              <a:t> SaaS development has focused on web apps for over two decades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500" y="2498575"/>
            <a:ext cx="655200" cy="6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2903325" y="1844124"/>
            <a:ext cx="1313700" cy="17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1831" y="2400144"/>
            <a:ext cx="956901" cy="8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4950625" y="1834000"/>
            <a:ext cx="1313700" cy="17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999" y="2336697"/>
            <a:ext cx="1030975" cy="10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6924" y="2400155"/>
            <a:ext cx="722700" cy="72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3105400" y="1903804"/>
            <a:ext cx="957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client-side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5132474" y="1883600"/>
            <a:ext cx="1031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</a:t>
            </a: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-side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978085" y="1873495"/>
            <a:ext cx="8484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>
            <a:off x="2256575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9"/>
          <p:cNvCxnSpPr/>
          <p:nvPr/>
        </p:nvCxnSpPr>
        <p:spPr>
          <a:xfrm rot="10800000">
            <a:off x="2256575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4324080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9"/>
          <p:cNvCxnSpPr/>
          <p:nvPr/>
        </p:nvCxnSpPr>
        <p:spPr>
          <a:xfrm rot="10800000">
            <a:off x="4324080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457680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6457680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11918" r="0" t="0"/>
          <a:stretch/>
        </p:blipFill>
        <p:spPr>
          <a:xfrm>
            <a:off x="1786636" y="1170125"/>
            <a:ext cx="5570627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250" y="1117549"/>
            <a:ext cx="6109660" cy="342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#1: Visual Low-code/No-code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Squarespace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Webflow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Lovable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Vercel v0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Base44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Cursor/Claude Code/etc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</a:t>
            </a:r>
            <a:r>
              <a:rPr lang="en"/>
              <a:t> your way to a fully fledged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Engineers are becoming more cross-functional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Anyone can build an app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user-friendly than 1st generation no-code platforms like Webflow, Wix, Squarespace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Make An App Right Now</a:t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Builder Architecture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2646225" y="1778750"/>
            <a:ext cx="3215700" cy="2690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050" y="2431850"/>
            <a:ext cx="2872050" cy="1795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6"/>
          <p:cNvSpPr txBox="1"/>
          <p:nvPr/>
        </p:nvSpPr>
        <p:spPr>
          <a:xfrm>
            <a:off x="3651901" y="1989825"/>
            <a:ext cx="17700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WebContainer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Builder System Prompt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Everything is awesome when it works but once things break we’re back at square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are just suggestions. Not every user understands that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has been an </a:t>
            </a:r>
            <a:r>
              <a:rPr lang="en" u="sng">
                <a:solidFill>
                  <a:schemeClr val="hlink"/>
                </a:solidFill>
                <a:hlinkClick r:id="rId3"/>
              </a:rPr>
              <a:t>issue in the past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prevent all these apps from looking the same?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complex can these apps realistically get?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